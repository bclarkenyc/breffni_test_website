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Breffni Brand 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Logo: Use approved variants only</a:t>
            </a:r>
          </a:p>
          <a:p>
            <a:r>
              <a:t>Primary Color: Navy #0E2346</a:t>
            </a:r>
          </a:p>
          <a:p>
            <a:r>
              <a:t>Fonts: Inter / Source Sans 3 / IBM Plex Sans</a:t>
            </a:r>
          </a:p>
          <a:p>
            <a:r>
              <a:t>Tone: Precise, declarative, non-promotional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